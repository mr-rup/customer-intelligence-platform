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59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1374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1338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6514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4459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1686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7348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58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170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6321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2710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8293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52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25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r-rup-customer-intelligence-platform-dashboardapp.streamlit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github.com/Mr-Rup/customer-intelligence-platfor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r-rup-customer-intelligence-platform-dashboardapp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Mr-Rup/customer-intelligence-platfor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r-rup-customer-intelligence-platform-dashboardapp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7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BUSINESS INTELLIGENCE  ·  PYTHON  ·  STREAMLIT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 ·  Explain risk  ·  Segment customers  ·  Drive retention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420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72768" y="3291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420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72768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96896" y="3291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420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96896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21024" y="3291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420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21024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45152" y="3291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420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45152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3291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420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0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49440" y="731520"/>
            <a:ext cx="1737360" cy="2816352"/>
          </a:xfrm>
          <a:prstGeom prst="roundRect">
            <a:avLst>
              <a:gd name="adj" fmla="val 5263"/>
            </a:avLst>
          </a:prstGeom>
          <a:solidFill>
            <a:srgbClr val="142052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49440" y="914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2194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2651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30632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E1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</a:t>
            </a:r>
            <a:r>
              <a:rPr lang="en-US" sz="850" dirty="0">
                <a:solidFill>
                  <a:srgbClr val="7AB8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</a:t>
            </a:r>
            <a:r>
              <a:rPr lang="en-US" sz="850" dirty="0">
                <a:solidFill>
                  <a:srgbClr val="7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GitHub: </a:t>
            </a:r>
            <a:r>
              <a:rPr lang="en-US" sz="850" dirty="0">
                <a:solidFill>
                  <a:srgbClr val="7AB8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link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is expensive — and nearly impossible to anticipate legacy style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churned in this telecom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customer means lost recurring revenue and higher re-acquisition spend.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7432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reports show churn after the fact — when it is already too late to intervene.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Personalisation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2461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retention campaigns ignore each customer's unique risk profile and value.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recommendations — 7 stages, 10 notebooks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1C3A7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27048" y="1828800"/>
            <a:ext cx="19202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73736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025E73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3736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15768" y="1828800"/>
            <a:ext cx="19202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92608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04488" y="1828800"/>
            <a:ext cx="19202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02A896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93208" y="1828800"/>
            <a:ext cx="19202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02C39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81928" y="1828800"/>
            <a:ext cx="19202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9224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03D9A0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70648" y="1828800"/>
            <a:ext cx="192024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80960" y="1280160"/>
            <a:ext cx="960120" cy="1097280"/>
          </a:xfrm>
          <a:prstGeom prst="roundRect">
            <a:avLst>
              <a:gd name="adj" fmla="val 5714"/>
            </a:avLst>
          </a:prstGeom>
          <a:solidFill>
            <a:srgbClr val="059669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80960" y="1280160"/>
            <a:ext cx="960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6517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Pipeline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94560" y="2606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94560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94560" y="29077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86200" y="2606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86200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86200" y="29077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606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577840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77840" y="29077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69480" y="26060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269480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69480" y="29077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version-controlled with DVC — reproducible, documented, modular Python src/ library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models benchmarked — best selected with F1-optimised thresholds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435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67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2615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852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300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Accurate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9867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~0.85</a:t>
            </a:r>
            <a:endParaRPr lang="en-US" sz="58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Best-model cross-validated performance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288036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57800" y="2907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F1-Optimized Threshold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3072384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default 0.5 strict split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20640" y="3319272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57800" y="33467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511296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production generalization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0640" y="3758184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57800" y="37856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Resampling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3950208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severe class imbalance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black-box predictions — explanations the business can trust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42052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Insights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feature importance weights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variables pushing macro risk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element mapping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SHAP summary dependencies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42052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Per-Customer Local Logic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834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specific user is flagged at risk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8348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 attribution forces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waterfall profiling blocks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8348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pipeline stream into retention engines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LIFETIME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distinct clusters × churn-adjusted CLV = clear priorities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Champions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· Structural Churn Safetied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Valuable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· Impending High Churn Warning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0369A1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2551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Mid-Tier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Stable Value · Active Usage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2095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Wavering Customers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38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 · Volatile Trend Metrics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DC2626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Churners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965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Acquisition Asset · High Loss State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657600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206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CLV Scoring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7373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Value = Projected CLV × (1 - Churn Prob.)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148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High Value + High Risk targets instantly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automated triage defense ranks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154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true financial context to model scores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expected yield metrics per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6-page production Streamlit app — live on the web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distribution matrices, current baseline churn states, core KPI rollups.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29000" y="13258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query processing for both individual vectors and bulk CSV batches.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Explanations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global importances and real-time local force attribution graphs.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5800" y="27889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2770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demographic analysis panels built directly via customer value profiles.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2651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29000" y="27889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290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2770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 Value Triage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routing logic utilizing custom churn-adjusted risk scoring layers.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651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72200" y="27889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72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2770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25 complex analytical SQL query workflows mapping cohort retention charts.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206240"/>
            <a:ext cx="804672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URL: </a:t>
            </a: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7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·  FULLY DOCUMENTED  ·  LIVE DEPLOYED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that explains itself. Tactical recommendations a business can deploy today.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engineered asset — not just an isolated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19456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 Code 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37760" y="219456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2">
              <a:lumMod val="90000"/>
            </a:schemeClr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Launch Live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· XGBoost · LightGBM · CatBoost · SHAP · scikit-learn · Streamlit · DVC · SQLite · Plotly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0E1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by Biswarup Majumdar   ·  Open to New Opportunities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</TotalTime>
  <Words>589</Words>
  <Application>Microsoft Office PowerPoint</Application>
  <PresentationFormat>On-screen Show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Intelligence Platform Deck</dc:title>
  <dc:subject>PptxGenJS Presentation</dc:subject>
  <dc:creator>Biswarup Majumdar</dc:creator>
  <cp:lastModifiedBy>BISWARUP MAJUMDAR</cp:lastModifiedBy>
  <cp:revision>3</cp:revision>
  <dcterms:created xsi:type="dcterms:W3CDTF">2026-06-22T19:05:44Z</dcterms:created>
  <dcterms:modified xsi:type="dcterms:W3CDTF">2026-06-22T19:18:50Z</dcterms:modified>
</cp:coreProperties>
</file>